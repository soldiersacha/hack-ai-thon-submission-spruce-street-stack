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53" d="100"/>
          <a:sy n="153" d="100"/>
        </p:scale>
        <p:origin x="6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00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What Matters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for Smarter Travel Reviews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Wharton Hack-AI-thon  |  Expedia Group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Sacha Baniassad|  Seth Rothbaum  |  Chris Bugliosi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capture what travelers say — but miss what they don't.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4008" cy="20116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sub-rating fields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blank across reviews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64008" cy="2011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7,200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5760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most covering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3–4 topics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64008" cy="2011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many fields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last confirmed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886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 forms ask the same generic questions regardless of what’s already known.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information is unknown or outdated about a property, and what’s the easiest way to learn it?”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4008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00200" y="23500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exists — the field has never been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or mentioned by any guest.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108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600200" y="33101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exists but may be outdated — recent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suggest conditions have changed.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886200"/>
            <a:ext cx="64008" cy="8229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69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Contradicted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00200" y="42702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claims one thing, but guest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consistently say otherwise.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smart follow-up questions, tailored to each property, different every time.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0" cy="822960"/>
          </a:xfrm>
          <a:prstGeom prst="rect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Offline Enrichment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Vectorize, categorize, aggregate 7,200 reviews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5120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15968" y="1645920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657600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Real-Time Follow-ups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gaps, select questions, parse answers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8036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3090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change based on each property’s current knowledge state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92040" y="26517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8803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2356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623560" y="3090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Cluster-diverse selection covers different property dimensions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37033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371600" y="4142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shows its full scoring rationale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92040" y="37033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9319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Low-Friction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623560" y="4142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text, max 20 words, no pleasantries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Foundation: Build Phase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passes through a 4-step enrichment pipeline before it can inform question selection.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874520" cy="2377440"/>
          </a:xfrm>
          <a:prstGeom prst="rect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18488"/>
            <a:ext cx="3657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697480" y="1508760"/>
            <a:ext cx="1874520" cy="2377440"/>
          </a:xfrm>
          <a:prstGeom prst="rect">
            <a:avLst/>
          </a:prstGeom>
          <a:solidFill>
            <a:srgbClr val="0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834640" y="1618488"/>
            <a:ext cx="3657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1031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English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8892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0.0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2628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754880" y="1508760"/>
            <a:ext cx="1874520" cy="2377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892040" y="1618488"/>
            <a:ext cx="3657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1031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3-small (384d)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8368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812280" y="1508760"/>
            <a:ext cx="1874520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949440" y="1618488"/>
            <a:ext cx="3657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103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0372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 Review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90372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topics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clusters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40080" y="416052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914400" y="41605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 reviews enriched  ·  12 properties  ·  8 parallel workers  ·  SHA-256 LLM cache for idempotent reruns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Representation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EMA Tracking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EMA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= 5 reviews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recent sentiment shifts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EMA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= 30 reviews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baseline for comparison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|short − long| &gt; 0.5 with 5+ mentions,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flagged as drifting —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have changed.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 Fields per Property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0" y="1691640"/>
            <a:ext cx="748145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691640"/>
            <a:ext cx="7481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05945" y="1691640"/>
            <a:ext cx="199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Sub-ratings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cleanliness, service 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468880"/>
            <a:ext cx="598516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598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6316" y="2468880"/>
            <a:ext cx="21446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fields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policy, amenities, check-in 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3246120"/>
            <a:ext cx="1396538" cy="3200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3246120"/>
            <a:ext cx="1396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54338" y="3246120"/>
            <a:ext cx="13466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Guest topics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WiFi, breakfast, pool, noise 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stored as a FieldState: value_known, EMA pair, mention count, last confirmed 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Four-Factor Scoring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scored by a weighted composite of four independent signals.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353312"/>
            <a:ext cx="502920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0" y="1353312"/>
            <a:ext cx="5029200" cy="2194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6184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field completely unknown? Highest priority.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993392"/>
            <a:ext cx="502920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286000" cy="2194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22585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information aged past 180 days, or has EMA drift been detected?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Gap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2633472"/>
            <a:ext cx="502920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2633472"/>
            <a:ext cx="1371600" cy="21945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28986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few guests ever mention this? Inverse-frequency scoring.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Cross-Reference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3273552"/>
            <a:ext cx="502920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3273552"/>
            <a:ext cx="1828800" cy="21945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17320" y="35387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property listing and guest reviews disagree?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intentionally &gt; 100% — factors reinforce, not partition.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0.55 × missing + 0.25 × stale + 0.15 × coverage + 0.20 × cross_ref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64008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709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Cluster-diverse selection: Q1 and Q2 always come from different property dimensions.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Live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3891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11-Step Real-Time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32688" y="1591056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91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15727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language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2688" y="185623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856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8379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English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" y="212140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1031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384d embedding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" y="2386584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2386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3682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against 28-topic taxonomy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" y="265176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26334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review + tags to SQLite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" y="291693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2916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28986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Re-aggregate field states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" y="31821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" y="3182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25880" y="31638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fields (4-factor scoring)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2688" y="3447288"/>
            <a:ext cx="201168" cy="201168"/>
          </a:xfrm>
          <a:prstGeom prst="ellipse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2688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34290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already-covered topics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2688" y="3712464"/>
            <a:ext cx="201168" cy="201168"/>
          </a:xfrm>
          <a:prstGeom prst="ellipse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2688" y="37124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25880" y="36941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1–2 questions (cluster-diverse)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9970" y="3977640"/>
            <a:ext cx="349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25880" y="39593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natural-language questions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25880" y="42245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listing contradictions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303520" y="1051560"/>
            <a:ext cx="32004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7784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6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27632"/>
            <a:ext cx="320040" cy="32004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03504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3s latency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035040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end-to-end</a:t>
            </a:r>
            <a:endParaRPr lang="en-US" sz="11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221992"/>
            <a:ext cx="320040" cy="32004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0350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phrasing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603504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≤20-word questions</a:t>
            </a:r>
            <a:endParaRPr lang="en-US" sz="1100" dirty="0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816352"/>
            <a:ext cx="320040" cy="32004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03504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+ text input</a:t>
            </a:r>
            <a:endParaRPr lang="en-US" sz="1300" dirty="0"/>
          </a:p>
        </p:txBody>
      </p:sp>
      <p:sp>
        <p:nvSpPr>
          <p:cNvPr id="48" name="Text 43"/>
          <p:cNvSpPr/>
          <p:nvPr/>
        </p:nvSpPr>
        <p:spPr>
          <a:xfrm>
            <a:off x="6035040" y="3035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for travelers</a:t>
            </a:r>
            <a:endParaRPr lang="en-US" sz="1100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410712"/>
            <a:ext cx="320040" cy="32004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03504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parsing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6035040" y="3630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Regex-first, LLM fallback</a:t>
            </a:r>
            <a:endParaRPr lang="en-US" sz="1100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4005072"/>
            <a:ext cx="320040" cy="32004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603504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966D0C19-C6EB-EA5F-FD33-E2467DE365DD}"/>
              </a:ext>
            </a:extLst>
          </p:cNvPr>
          <p:cNvSpPr/>
          <p:nvPr/>
        </p:nvSpPr>
        <p:spPr>
          <a:xfrm>
            <a:off x="932688" y="3979245"/>
            <a:ext cx="201168" cy="201168"/>
          </a:xfrm>
          <a:prstGeom prst="ellipse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035040" y="4224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update states instantly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9F3C7B8F-AEB9-255C-D4BE-2188B586716E}"/>
              </a:ext>
            </a:extLst>
          </p:cNvPr>
          <p:cNvSpPr/>
          <p:nvPr/>
        </p:nvSpPr>
        <p:spPr>
          <a:xfrm>
            <a:off x="858000" y="3972893"/>
            <a:ext cx="349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0289ED7A-94E9-900B-FAD3-A7A58AB25D3A}"/>
              </a:ext>
            </a:extLst>
          </p:cNvPr>
          <p:cNvSpPr/>
          <p:nvPr/>
        </p:nvSpPr>
        <p:spPr>
          <a:xfrm>
            <a:off x="932688" y="4237266"/>
            <a:ext cx="201168" cy="201168"/>
          </a:xfrm>
          <a:prstGeom prst="ellipse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A7216A55-47A0-8D29-DA77-F86C702B9BE0}"/>
              </a:ext>
            </a:extLst>
          </p:cNvPr>
          <p:cNvSpPr/>
          <p:nvPr/>
        </p:nvSpPr>
        <p:spPr>
          <a:xfrm>
            <a:off x="858000" y="4233322"/>
            <a:ext cx="349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Transparency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comes with a complete explanation — no black box.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solidFill>
            <a:srgbClr val="003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“Why This Question?” — shown for every follow-up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&amp; Cluster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"Rank #3 of 55 fields · Room cluster"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Plain-English Reason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reviews mention WiFi speed yet"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Breakdown Bars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bars for each of the 4 scoring factors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Formula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 × 1.00 + 0.25 × 0.00 + 0.15 × 0.92 + 0.20 × 1.00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Intermediates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42 days, drift detected, response rate: 3.5%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Overlap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mentioned: WiFi, Breakfast — excluded"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38328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Runner-ups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Bed Comfort (0.49) · #3 Noise Level (0.42)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40233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Impact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"Answering raises coverage from 45% → 47%"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Scalability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Self-improving: each answer sharpens the next question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116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alerts surface listing inaccuracies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56032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property data with every single review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46304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150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 for production workloads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201168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1500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YAML-configurable taxonomy and scoring weights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560320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150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keyed LLM cache — near-instant reruns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108960"/>
            <a:ext cx="320040" cy="32004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71500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from day one (langdetect + translation)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40080" y="3657600"/>
            <a:ext cx="78638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4" name="Text 15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809</Words>
  <Application>Microsoft Macintosh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What Matters — Adaptive AI for Smarter Travel Reviews</dc:title>
  <dc:subject>PptxGenJS Presentation</dc:subject>
  <dc:creator>Hackathon Team</dc:creator>
  <cp:lastModifiedBy>Future Funds Group</cp:lastModifiedBy>
  <cp:revision>2</cp:revision>
  <dcterms:created xsi:type="dcterms:W3CDTF">2026-04-16T11:02:47Z</dcterms:created>
  <dcterms:modified xsi:type="dcterms:W3CDTF">2026-04-16T11:13:24Z</dcterms:modified>
</cp:coreProperties>
</file>